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B5C6F-7571-CC48-9F65-87CA903AA39B}" v="13" dt="2025-09-02T08:41:21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107" d="100"/>
          <a:sy n="107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6A20-85B2-9551-E3F4-6B61DC2CD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64082-E2C3-E270-1B40-EA79831C8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6EBC7-13D1-E854-D9D9-FF20D2EE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E39-0519-359A-1597-8D484A0C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30335-88DC-D44C-1B24-F4FD2153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3141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9E532-BDF9-006B-08AC-6F889412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82215-DCFB-A297-600A-79ECC92CB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DC9ED-9FE8-7567-F283-FA65BAA38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A2BDF-88C4-561F-5F5A-60C536027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892D2-1E1E-8FB8-4531-ED6164AD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8770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3F78-4172-9B2E-DF09-030C1A78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22907-B792-E316-CF73-B9267D25A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97D08-7166-DCE3-787B-79B794F8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FFA26-3F96-374A-9D06-147B5117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F296B-789A-0433-7998-F203923C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999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9626-2677-C3AB-AABC-D840500DE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022EC-786E-3FDC-A484-922435C1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F6AEF-02C6-D233-9E99-221742FC7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FEEE1-E4FE-EAFB-42D9-87106038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98CB5-93C6-7D97-DAEB-A6184DE6D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AF67B-6694-8ECC-F3F1-3DCAA359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2507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85E8-22B6-A95C-F959-8A6767A28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E2151-041A-4BAA-C630-F6F1C780B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0E513-156A-8D6B-DF08-BF437BC86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1C6F9-5B3A-5D5F-169C-1603EDBF7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E026FC-4023-9257-2245-BB2928032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DEF865-6303-A860-8A9C-29254400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76E2E-0A02-F6A5-0270-FE1E1F73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30EFB-9340-3AC2-CB77-A7F7A151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83504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D6A8E-2C0C-4515-1F4A-C527899A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82D78-058F-BB37-F8A7-192D7197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98445-83FB-0EEA-5B66-28F18D6F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B6D3D-9FEE-82E6-86F9-39C820A1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9583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C963F5-D8D5-9AE2-8E9A-37DAF6CA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C8C4C-F733-6B8A-9466-2E3E5640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244E8-5651-2A44-0444-1ABD2977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0738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68305-068B-4A35-522B-AEACFEAFB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A374-252B-E312-AE13-6E4F1F90E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BE3A3-24A3-2A05-1696-C17950F51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111B8-8AA1-DBFE-B321-68BD816A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CE88D-80A6-8BAE-00DD-07735102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54653-B8BC-0943-F0FE-6C3BD18B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544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2917-E403-5A95-C853-C92916FDB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66D30-2C8B-9D74-0964-6B45A859C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83A53-454B-C579-A699-49F0B62A0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F4F0D-9BBF-5764-D35D-E3C564B1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1B32B-9612-74CA-A1B4-9DB709EC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134F8-AD0E-E1E1-32E1-B410E694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3910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358F-E437-F955-3A2E-F76599BE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CD3F-0945-447B-ADDE-B50F81A46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F068-A7F7-5884-7A30-A1A423AC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C6D2F-8E52-B93D-6548-392A62D7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EC01D-A649-BF3B-9418-B2889906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2963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71EF0-633D-BC17-B0A3-33114D417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5D974-5975-55FB-1C30-68482DC32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DA1CA-AFE8-FE00-776A-387802E7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B4D27-235A-F4DB-551F-3F5973BA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09D55-BCE8-9D0F-CB86-65F1EE66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98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4DB7C3-27FA-6DBF-623B-F4FAC4D7A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69C0C-85EE-E41F-DFB6-16E1C633E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E056A-4ECF-66E9-8753-19C026126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7C501-5ED3-374B-AC5E-5B330ABBA1E0}" type="datetimeFigureOut">
              <a:rPr lang="en-DK" smtClean="0"/>
              <a:t>02/09/2025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669C5-B039-74DD-C72E-9D1C59CCA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B60C0-F0D9-4082-D620-669D552DA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134EB-BA8D-8E41-A365-62BC98DD8C7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3994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33562-4A9D-E135-136C-D8D64C64C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 dirty="0"/>
              <a:t>SDS lektion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D12D-1D41-6109-2B66-A8974EF08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0172"/>
            <a:ext cx="9144000" cy="213359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DK" dirty="0"/>
              <a:t>Dagens program: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DK" dirty="0"/>
              <a:t>Kort intro til kurset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DK" dirty="0"/>
              <a:t>Hvem er vi?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DK" dirty="0"/>
              <a:t>Seminardagene og eksamen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DK" dirty="0"/>
              <a:t>Åben diskussion om brugen af AI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DK" dirty="0"/>
              <a:t>Introduktion til kodning, Python og UCloud </a:t>
            </a:r>
          </a:p>
        </p:txBody>
      </p:sp>
    </p:spTree>
    <p:extLst>
      <p:ext uri="{BB962C8B-B14F-4D97-AF65-F5344CB8AC3E}">
        <p14:creationId xmlns:p14="http://schemas.microsoft.com/office/powerpoint/2010/main" val="3057679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E7C95-C5B4-EBDF-E64D-0AF89670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Hvad skal vi igennem?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1F806-1432-2ED9-DE29-B1D92FBE0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Formålet</a:t>
            </a:r>
            <a:r>
              <a:rPr lang="en-GB" dirty="0"/>
              <a:t> med </a:t>
            </a:r>
            <a:r>
              <a:rPr lang="en-GB" dirty="0" err="1"/>
              <a:t>modulet</a:t>
            </a:r>
            <a:r>
              <a:rPr lang="en-GB" dirty="0"/>
              <a:t> er, at den </a:t>
            </a:r>
            <a:r>
              <a:rPr lang="en-GB" dirty="0" err="1"/>
              <a:t>studerende</a:t>
            </a:r>
            <a:r>
              <a:rPr lang="en-GB" dirty="0"/>
              <a:t> </a:t>
            </a:r>
            <a:r>
              <a:rPr lang="en-GB" dirty="0" err="1"/>
              <a:t>tilegner</a:t>
            </a:r>
            <a:r>
              <a:rPr lang="en-GB" dirty="0"/>
              <a:t> sig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b="1" dirty="0" err="1"/>
              <a:t>anvendelsesorienteret</a:t>
            </a:r>
            <a:r>
              <a:rPr lang="en-GB" dirty="0"/>
              <a:t> </a:t>
            </a:r>
            <a:r>
              <a:rPr lang="en-GB" dirty="0" err="1"/>
              <a:t>forståelse</a:t>
            </a:r>
            <a:r>
              <a:rPr lang="en-GB" dirty="0"/>
              <a:t> for </a:t>
            </a:r>
            <a:r>
              <a:rPr lang="en-GB" dirty="0" err="1"/>
              <a:t>computationelle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dataintensive</a:t>
            </a:r>
            <a:r>
              <a:rPr lang="en-GB" dirty="0"/>
              <a:t> </a:t>
            </a:r>
            <a:r>
              <a:rPr lang="en-GB" dirty="0" err="1"/>
              <a:t>metoder</a:t>
            </a:r>
            <a:r>
              <a:rPr lang="en-GB" dirty="0"/>
              <a:t> med </a:t>
            </a:r>
            <a:r>
              <a:rPr lang="en-GB" dirty="0" err="1"/>
              <a:t>fokus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b="1" dirty="0" err="1"/>
              <a:t>analyseteknikker</a:t>
            </a:r>
            <a:r>
              <a:rPr lang="en-GB" dirty="0"/>
              <a:t>, </a:t>
            </a:r>
            <a:r>
              <a:rPr lang="en-GB" b="1" dirty="0" err="1"/>
              <a:t>datahåndtering</a:t>
            </a:r>
            <a:r>
              <a:rPr lang="en-GB" dirty="0"/>
              <a:t>, </a:t>
            </a:r>
            <a:r>
              <a:rPr lang="en-GB" b="1" dirty="0" err="1"/>
              <a:t>datavisualisering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b="1" dirty="0" err="1"/>
              <a:t>dataudforskning</a:t>
            </a:r>
            <a:r>
              <a:rPr lang="en-GB" dirty="0"/>
              <a:t>, der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anvendes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b="1" dirty="0" err="1"/>
              <a:t>strukturerede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b="1" dirty="0" err="1"/>
              <a:t>ustrukturerede</a:t>
            </a:r>
            <a:r>
              <a:rPr lang="en-GB" b="1" dirty="0"/>
              <a:t> data</a:t>
            </a:r>
            <a:r>
              <a:rPr lang="en-GB" dirty="0"/>
              <a:t>, der er </a:t>
            </a:r>
            <a:r>
              <a:rPr lang="en-GB" dirty="0" err="1"/>
              <a:t>relevante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undersøgelser</a:t>
            </a:r>
            <a:r>
              <a:rPr lang="en-GB" dirty="0"/>
              <a:t> </a:t>
            </a:r>
            <a:r>
              <a:rPr lang="en-GB" dirty="0" err="1"/>
              <a:t>af</a:t>
            </a:r>
            <a:r>
              <a:rPr lang="en-GB" dirty="0"/>
              <a:t> </a:t>
            </a:r>
            <a:r>
              <a:rPr lang="en-GB" b="1" dirty="0" err="1"/>
              <a:t>samfundsvidenskabelige</a:t>
            </a:r>
            <a:r>
              <a:rPr lang="en-GB" b="1" dirty="0"/>
              <a:t> </a:t>
            </a:r>
            <a:r>
              <a:rPr lang="en-GB" b="1" dirty="0" err="1"/>
              <a:t>fænomener</a:t>
            </a:r>
            <a:r>
              <a:rPr lang="en-GB" b="1" dirty="0"/>
              <a:t> </a:t>
            </a:r>
            <a:r>
              <a:rPr lang="en-GB" b="1" dirty="0" err="1"/>
              <a:t>og</a:t>
            </a:r>
            <a:r>
              <a:rPr lang="en-GB" b="1" dirty="0"/>
              <a:t> </a:t>
            </a:r>
            <a:r>
              <a:rPr lang="en-GB" b="1" dirty="0" err="1"/>
              <a:t>problemstillinger</a:t>
            </a:r>
            <a:r>
              <a:rPr lang="en-GB" dirty="0"/>
              <a:t>.</a:t>
            </a:r>
          </a:p>
          <a:p>
            <a:r>
              <a:rPr lang="en-GB" dirty="0" err="1"/>
              <a:t>Fokus</a:t>
            </a:r>
            <a:r>
              <a:rPr lang="en-GB" dirty="0"/>
              <a:t> er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b="1" dirty="0" err="1"/>
              <a:t>sammenhængen</a:t>
            </a:r>
            <a:r>
              <a:rPr lang="en-GB" dirty="0"/>
              <a:t> </a:t>
            </a:r>
            <a:r>
              <a:rPr lang="en-GB" dirty="0" err="1"/>
              <a:t>mellem</a:t>
            </a:r>
            <a:r>
              <a:rPr lang="en-GB" dirty="0"/>
              <a:t> </a:t>
            </a:r>
            <a:r>
              <a:rPr lang="en-GB" dirty="0" err="1"/>
              <a:t>valg</a:t>
            </a:r>
            <a:r>
              <a:rPr lang="en-GB" dirty="0"/>
              <a:t> </a:t>
            </a:r>
            <a:r>
              <a:rPr lang="en-GB" dirty="0" err="1"/>
              <a:t>af</a:t>
            </a:r>
            <a:r>
              <a:rPr lang="en-GB" dirty="0"/>
              <a:t> relevant </a:t>
            </a:r>
            <a:r>
              <a:rPr lang="en-GB" dirty="0" err="1"/>
              <a:t>datasæt</a:t>
            </a:r>
            <a:r>
              <a:rPr lang="en-GB" dirty="0"/>
              <a:t>, </a:t>
            </a:r>
            <a:r>
              <a:rPr lang="en-GB" dirty="0" err="1"/>
              <a:t>dataanalyse</a:t>
            </a:r>
            <a:r>
              <a:rPr lang="en-GB" dirty="0"/>
              <a:t>, </a:t>
            </a:r>
            <a:r>
              <a:rPr lang="en-GB" dirty="0" err="1"/>
              <a:t>datavisualisering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metoder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identifikation</a:t>
            </a:r>
            <a:r>
              <a:rPr lang="en-GB" dirty="0"/>
              <a:t> </a:t>
            </a:r>
            <a:r>
              <a:rPr lang="en-GB" dirty="0" err="1"/>
              <a:t>af</a:t>
            </a:r>
            <a:r>
              <a:rPr lang="en-GB" dirty="0"/>
              <a:t> </a:t>
            </a:r>
            <a:r>
              <a:rPr lang="en-GB" dirty="0" err="1"/>
              <a:t>relevante</a:t>
            </a:r>
            <a:r>
              <a:rPr lang="en-GB" dirty="0"/>
              <a:t> </a:t>
            </a:r>
            <a:r>
              <a:rPr lang="en-GB" dirty="0" err="1"/>
              <a:t>samfundsvidenskabelige</a:t>
            </a:r>
            <a:r>
              <a:rPr lang="en-GB" dirty="0"/>
              <a:t> </a:t>
            </a:r>
            <a:r>
              <a:rPr lang="en-GB" dirty="0" err="1"/>
              <a:t>problemstillinger</a:t>
            </a:r>
            <a:r>
              <a:rPr lang="en-GB" dirty="0"/>
              <a:t>.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426386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0E72-65F0-2658-C4A2-55D14398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Hvem er vi?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1CED4-576F-32A6-E51F-5D074D7F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Jeppe Fjeldgaard Qvist </a:t>
            </a:r>
          </a:p>
          <a:p>
            <a:pPr lvl="1"/>
            <a:r>
              <a:rPr lang="en-DK" dirty="0"/>
              <a:t>Kandidat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b="1" dirty="0" err="1"/>
              <a:t>samfundsfag</a:t>
            </a:r>
            <a:r>
              <a:rPr lang="en-GB" b="1" dirty="0"/>
              <a:t> </a:t>
            </a:r>
            <a:r>
              <a:rPr lang="en-GB" b="1" dirty="0" err="1"/>
              <a:t>og</a:t>
            </a:r>
            <a:r>
              <a:rPr lang="en-GB" b="1" dirty="0"/>
              <a:t> </a:t>
            </a:r>
            <a:r>
              <a:rPr lang="en-GB" b="1" dirty="0" err="1"/>
              <a:t>geografi</a:t>
            </a:r>
            <a:r>
              <a:rPr lang="en-GB" b="1" dirty="0"/>
              <a:t> </a:t>
            </a:r>
            <a:r>
              <a:rPr lang="en-GB" dirty="0"/>
              <a:t>(AAU) </a:t>
            </a:r>
          </a:p>
          <a:p>
            <a:pPr lvl="1"/>
            <a:r>
              <a:rPr lang="en-GB" b="1" dirty="0"/>
              <a:t>PhD</a:t>
            </a:r>
            <a:r>
              <a:rPr lang="en-GB" dirty="0"/>
              <a:t> </a:t>
            </a:r>
            <a:r>
              <a:rPr lang="en-GB" dirty="0" err="1"/>
              <a:t>fra</a:t>
            </a:r>
            <a:r>
              <a:rPr lang="en-GB" dirty="0"/>
              <a:t> </a:t>
            </a:r>
            <a:r>
              <a:rPr lang="en-GB" dirty="0" err="1"/>
              <a:t>Institut</a:t>
            </a:r>
            <a:r>
              <a:rPr lang="en-GB" dirty="0"/>
              <a:t> for Politik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Samfund</a:t>
            </a:r>
            <a:r>
              <a:rPr lang="en-GB" dirty="0"/>
              <a:t> (AAU) </a:t>
            </a:r>
          </a:p>
          <a:p>
            <a:pPr lvl="1"/>
            <a:r>
              <a:rPr lang="en-GB" b="1" dirty="0"/>
              <a:t>Postdoc</a:t>
            </a:r>
            <a:r>
              <a:rPr lang="en-GB" dirty="0"/>
              <a:t> </a:t>
            </a:r>
            <a:r>
              <a:rPr lang="en-GB" dirty="0" err="1"/>
              <a:t>ved</a:t>
            </a:r>
            <a:r>
              <a:rPr lang="en-GB" dirty="0"/>
              <a:t> Politik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Samfund</a:t>
            </a:r>
            <a:r>
              <a:rPr lang="en-GB" dirty="0"/>
              <a:t> (AAU) </a:t>
            </a:r>
          </a:p>
          <a:p>
            <a:endParaRPr lang="en-GB" dirty="0"/>
          </a:p>
          <a:p>
            <a:r>
              <a:rPr lang="en-GB" dirty="0" err="1"/>
              <a:t>Undervist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SDS </a:t>
            </a:r>
            <a:r>
              <a:rPr lang="en-GB" dirty="0" err="1"/>
              <a:t>specialiseringen</a:t>
            </a:r>
            <a:r>
              <a:rPr lang="en-GB" dirty="0"/>
              <a:t> </a:t>
            </a:r>
            <a:r>
              <a:rPr lang="en-GB" dirty="0" err="1"/>
              <a:t>fra</a:t>
            </a:r>
            <a:r>
              <a:rPr lang="en-GB" dirty="0"/>
              <a:t> </a:t>
            </a:r>
            <a:r>
              <a:rPr lang="en-GB" dirty="0" err="1"/>
              <a:t>begyndelsen</a:t>
            </a:r>
            <a:r>
              <a:rPr lang="en-GB" dirty="0"/>
              <a:t> </a:t>
            </a:r>
          </a:p>
          <a:p>
            <a:r>
              <a:rPr lang="en-GB" dirty="0" err="1"/>
              <a:t>Forsker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b="1" dirty="0" err="1"/>
              <a:t>diversitet</a:t>
            </a:r>
            <a:r>
              <a:rPr lang="en-GB" b="1" dirty="0"/>
              <a:t> </a:t>
            </a:r>
            <a:r>
              <a:rPr lang="en-GB" b="1" dirty="0" err="1"/>
              <a:t>på</a:t>
            </a:r>
            <a:r>
              <a:rPr lang="en-GB" b="1" dirty="0"/>
              <a:t> </a:t>
            </a:r>
            <a:r>
              <a:rPr lang="en-GB" b="1" dirty="0" err="1"/>
              <a:t>arbejdsmarkedet</a:t>
            </a:r>
            <a:endParaRPr lang="en-GB" b="1" dirty="0"/>
          </a:p>
          <a:p>
            <a:pPr lvl="1"/>
            <a:r>
              <a:rPr lang="en-GB" dirty="0"/>
              <a:t>… </a:t>
            </a:r>
            <a:r>
              <a:rPr lang="en-GB" dirty="0" err="1"/>
              <a:t>og</a:t>
            </a:r>
            <a:r>
              <a:rPr lang="en-GB" dirty="0"/>
              <a:t> laver “SDS” </a:t>
            </a:r>
            <a:r>
              <a:rPr lang="en-GB" dirty="0" err="1"/>
              <a:t>forskning</a:t>
            </a:r>
            <a:r>
              <a:rPr lang="en-GB" dirty="0"/>
              <a:t> </a:t>
            </a:r>
            <a:r>
              <a:rPr lang="en-GB" dirty="0" err="1"/>
              <a:t>ved</a:t>
            </a:r>
            <a:r>
              <a:rPr lang="en-GB" dirty="0"/>
              <a:t> </a:t>
            </a:r>
            <a:r>
              <a:rPr lang="en-GB" dirty="0" err="1"/>
              <a:t>siden</a:t>
            </a:r>
            <a:r>
              <a:rPr lang="en-GB" dirty="0"/>
              <a:t> </a:t>
            </a:r>
            <a:r>
              <a:rPr lang="en-GB" dirty="0" err="1"/>
              <a:t>af</a:t>
            </a:r>
            <a:r>
              <a:rPr lang="en-GB" dirty="0"/>
              <a:t> det.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70BCE6-EA2D-01EA-9D35-2A01D6938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898" y="0"/>
            <a:ext cx="3651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4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60F2-0D3B-0219-0288-759F1407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B7C31-B586-EAA0-CB96-30AA7B71B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1: </a:t>
            </a:r>
            <a:r>
              <a:rPr lang="en-GB" dirty="0" err="1"/>
              <a:t>Introduktion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kurset</a:t>
            </a:r>
            <a:endParaRPr lang="en-GB" dirty="0"/>
          </a:p>
          <a:p>
            <a:r>
              <a:rPr lang="en-GB" dirty="0"/>
              <a:t>Seminar 1 </a:t>
            </a:r>
          </a:p>
          <a:p>
            <a:r>
              <a:rPr lang="en-GB" dirty="0"/>
              <a:t>5: Messy data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praksis</a:t>
            </a:r>
            <a:r>
              <a:rPr lang="en-GB" dirty="0"/>
              <a:t> – computational </a:t>
            </a:r>
            <a:r>
              <a:rPr lang="en-GB" dirty="0" err="1"/>
              <a:t>tekstanalyse</a:t>
            </a:r>
            <a:endParaRPr lang="en-GB" dirty="0"/>
          </a:p>
          <a:p>
            <a:r>
              <a:rPr lang="en-GB" dirty="0"/>
              <a:t>6: Scraping </a:t>
            </a:r>
            <a:r>
              <a:rPr lang="en-GB" dirty="0" err="1"/>
              <a:t>og</a:t>
            </a:r>
            <a:r>
              <a:rPr lang="en-GB" dirty="0"/>
              <a:t> API-</a:t>
            </a:r>
            <a:r>
              <a:rPr lang="en-GB" dirty="0" err="1"/>
              <a:t>kald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Python</a:t>
            </a:r>
          </a:p>
          <a:p>
            <a:r>
              <a:rPr lang="en-GB" dirty="0"/>
              <a:t>Seminar 2</a:t>
            </a:r>
          </a:p>
          <a:p>
            <a:r>
              <a:rPr lang="en-GB" dirty="0"/>
              <a:t>10: Messy data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praksis</a:t>
            </a:r>
            <a:r>
              <a:rPr lang="en-GB" dirty="0"/>
              <a:t> – </a:t>
            </a:r>
            <a:r>
              <a:rPr lang="en-GB" dirty="0" err="1"/>
              <a:t>oprydning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r>
              <a:rPr lang="en-GB" dirty="0"/>
              <a:t>11: </a:t>
            </a:r>
            <a:r>
              <a:rPr lang="en-GB" dirty="0" err="1"/>
              <a:t>Dataanalyse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Python 1</a:t>
            </a:r>
          </a:p>
          <a:p>
            <a:r>
              <a:rPr lang="en-GB" dirty="0"/>
              <a:t>12: </a:t>
            </a:r>
            <a:r>
              <a:rPr lang="en-GB" dirty="0" err="1"/>
              <a:t>Dataanalyse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Python 2 </a:t>
            </a:r>
          </a:p>
          <a:p>
            <a:r>
              <a:rPr lang="en-GB" dirty="0"/>
              <a:t>Seminar 3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36096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5237-1EC1-C1A2-C054-29F6F7378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Seminardagene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5CDD-81E8-E257-C3E0-BE247FC7E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“</a:t>
            </a:r>
            <a:r>
              <a:rPr lang="en-GB" dirty="0"/>
              <a:t>Der </a:t>
            </a:r>
            <a:r>
              <a:rPr lang="en-GB" dirty="0" err="1"/>
              <a:t>afsættes</a:t>
            </a:r>
            <a:r>
              <a:rPr lang="en-GB" dirty="0"/>
              <a:t> </a:t>
            </a:r>
            <a:r>
              <a:rPr lang="en-GB" dirty="0" err="1"/>
              <a:t>tre</a:t>
            </a:r>
            <a:r>
              <a:rPr lang="en-GB" dirty="0"/>
              <a:t> </a:t>
            </a:r>
            <a:r>
              <a:rPr lang="en-GB" dirty="0" err="1"/>
              <a:t>seminarer</a:t>
            </a:r>
            <a:r>
              <a:rPr lang="en-GB" dirty="0"/>
              <a:t> </a:t>
            </a:r>
            <a:r>
              <a:rPr lang="en-GB" dirty="0" err="1"/>
              <a:t>specifikt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at </a:t>
            </a:r>
            <a:r>
              <a:rPr lang="en-GB" dirty="0" err="1"/>
              <a:t>få</a:t>
            </a:r>
            <a:r>
              <a:rPr lang="en-GB" dirty="0"/>
              <a:t> </a:t>
            </a:r>
            <a:r>
              <a:rPr lang="en-GB" dirty="0" err="1"/>
              <a:t>råd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vejledning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arbejdet</a:t>
            </a:r>
            <a:r>
              <a:rPr lang="en-GB" dirty="0"/>
              <a:t> med </a:t>
            </a:r>
            <a:r>
              <a:rPr lang="en-GB" b="1" dirty="0"/>
              <a:t>portfolio</a:t>
            </a:r>
            <a:r>
              <a:rPr lang="en-GB" dirty="0"/>
              <a:t>.”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39565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D73C-5104-9B81-7D21-4B01CA7BB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Eksamen og portfolio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6E0EF-592B-32A3-3918-25B85DC21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74"/>
            <a:ext cx="10515600" cy="4351338"/>
          </a:xfrm>
        </p:spPr>
        <p:txBody>
          <a:bodyPr>
            <a:normAutofit/>
          </a:bodyPr>
          <a:lstStyle/>
          <a:p>
            <a:endParaRPr lang="en-DK" dirty="0"/>
          </a:p>
          <a:p>
            <a:endParaRPr lang="en-DK" dirty="0"/>
          </a:p>
          <a:p>
            <a:endParaRPr lang="en-DK" dirty="0"/>
          </a:p>
          <a:p>
            <a:endParaRPr lang="en-DK" dirty="0"/>
          </a:p>
          <a:p>
            <a:endParaRPr lang="en-DK" dirty="0"/>
          </a:p>
          <a:p>
            <a:endParaRPr lang="en-DK" sz="2400" dirty="0"/>
          </a:p>
          <a:p>
            <a:r>
              <a:rPr lang="en-DK" sz="2200" dirty="0"/>
              <a:t>I kan principielt gå igang fra </a:t>
            </a:r>
            <a:r>
              <a:rPr lang="en-GB" sz="2200" dirty="0" err="1"/>
              <a:t>i</a:t>
            </a:r>
            <a:r>
              <a:rPr lang="en-GB" sz="2200" dirty="0"/>
              <a:t> </a:t>
            </a:r>
            <a:r>
              <a:rPr lang="en-GB" sz="2200" dirty="0" err="1"/>
              <a:t>dag</a:t>
            </a:r>
            <a:r>
              <a:rPr lang="en-GB" sz="2200" dirty="0"/>
              <a:t> ... </a:t>
            </a:r>
          </a:p>
          <a:p>
            <a:r>
              <a:rPr lang="en-GB" sz="2200" dirty="0"/>
              <a:t>Brug </a:t>
            </a:r>
            <a:r>
              <a:rPr lang="en-GB" sz="2200" dirty="0" err="1"/>
              <a:t>evt</a:t>
            </a:r>
            <a:r>
              <a:rPr lang="en-GB" sz="2200" dirty="0"/>
              <a:t>. </a:t>
            </a:r>
            <a:r>
              <a:rPr lang="en-GB" sz="2200" dirty="0" err="1"/>
              <a:t>i</a:t>
            </a:r>
            <a:r>
              <a:rPr lang="en-GB" sz="2200" dirty="0"/>
              <a:t> </a:t>
            </a:r>
            <a:r>
              <a:rPr lang="en-GB" sz="2200" dirty="0" err="1"/>
              <a:t>dag</a:t>
            </a:r>
            <a:r>
              <a:rPr lang="en-GB" sz="2200" dirty="0"/>
              <a:t> </a:t>
            </a:r>
            <a:r>
              <a:rPr lang="en-GB" sz="2200" dirty="0" err="1"/>
              <a:t>på</a:t>
            </a:r>
            <a:r>
              <a:rPr lang="en-GB" sz="2200" dirty="0"/>
              <a:t> at </a:t>
            </a:r>
            <a:r>
              <a:rPr lang="en-GB" sz="2200" dirty="0" err="1"/>
              <a:t>kigge</a:t>
            </a:r>
            <a:r>
              <a:rPr lang="en-GB" sz="2200" dirty="0"/>
              <a:t> </a:t>
            </a:r>
            <a:r>
              <a:rPr lang="en-GB" sz="2200" dirty="0" err="1"/>
              <a:t>på</a:t>
            </a:r>
            <a:r>
              <a:rPr lang="en-GB" sz="2200" dirty="0"/>
              <a:t> data </a:t>
            </a:r>
            <a:r>
              <a:rPr lang="en-GB" sz="2200" dirty="0" err="1"/>
              <a:t>i</a:t>
            </a:r>
            <a:r>
              <a:rPr lang="en-GB" sz="2200" dirty="0"/>
              <a:t> </a:t>
            </a:r>
            <a:r>
              <a:rPr lang="en-GB" sz="2200" dirty="0" err="1"/>
              <a:t>Ucloud</a:t>
            </a:r>
            <a:r>
              <a:rPr lang="en-GB" sz="2200" dirty="0"/>
              <a:t> </a:t>
            </a:r>
            <a:r>
              <a:rPr lang="en-GB" sz="2200" dirty="0" err="1"/>
              <a:t>som</a:t>
            </a:r>
            <a:r>
              <a:rPr lang="en-GB" sz="2200" dirty="0"/>
              <a:t> inspiration.</a:t>
            </a:r>
          </a:p>
          <a:p>
            <a:r>
              <a:rPr lang="en-GB" sz="2200" dirty="0" err="1"/>
              <a:t>Detaljer</a:t>
            </a:r>
            <a:r>
              <a:rPr lang="en-GB" sz="2200" dirty="0"/>
              <a:t> </a:t>
            </a:r>
            <a:r>
              <a:rPr lang="en-GB" sz="2200" dirty="0" err="1"/>
              <a:t>bliver</a:t>
            </a:r>
            <a:r>
              <a:rPr lang="en-GB" sz="2200" dirty="0"/>
              <a:t> </a:t>
            </a:r>
            <a:r>
              <a:rPr lang="en-GB" sz="2200" dirty="0" err="1"/>
              <a:t>clearet</a:t>
            </a:r>
            <a:r>
              <a:rPr lang="en-GB" sz="2200" dirty="0"/>
              <a:t> </a:t>
            </a:r>
            <a:r>
              <a:rPr lang="en-GB" sz="2200" dirty="0" err="1"/>
              <a:t>af</a:t>
            </a:r>
            <a:r>
              <a:rPr lang="en-GB" sz="2200"/>
              <a:t> </a:t>
            </a:r>
            <a:endParaRPr lang="en-GB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59E73-D4A3-EFDA-510F-84DCED33E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57" y="1522302"/>
            <a:ext cx="5540745" cy="2982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95A98A-E40A-D9A8-CD61-715F43CBB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302" y="1522302"/>
            <a:ext cx="5894698" cy="262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9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9C4A-0E90-2A87-76F8-1F3B3EEB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Brug af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2006C-086D-CD48-9E25-915DCCC2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Vi er interesseret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b="1" dirty="0" err="1"/>
              <a:t>jeres</a:t>
            </a:r>
            <a:r>
              <a:rPr lang="en-GB" b="1" dirty="0"/>
              <a:t> </a:t>
            </a:r>
            <a:r>
              <a:rPr lang="en-GB" b="1" dirty="0" err="1"/>
              <a:t>holdninger</a:t>
            </a:r>
            <a:r>
              <a:rPr lang="en-GB" dirty="0"/>
              <a:t>; </a:t>
            </a:r>
            <a:r>
              <a:rPr lang="en-GB" dirty="0" err="1"/>
              <a:t>før</a:t>
            </a:r>
            <a:r>
              <a:rPr lang="en-GB" dirty="0"/>
              <a:t> vi </a:t>
            </a:r>
            <a:r>
              <a:rPr lang="en-GB" dirty="0" err="1"/>
              <a:t>diskuterer</a:t>
            </a:r>
            <a:r>
              <a:rPr lang="en-GB" dirty="0"/>
              <a:t> </a:t>
            </a:r>
            <a:r>
              <a:rPr lang="en-GB" dirty="0" err="1"/>
              <a:t>vores</a:t>
            </a:r>
            <a:r>
              <a:rPr lang="en-GB" dirty="0"/>
              <a:t> </a:t>
            </a:r>
            <a:r>
              <a:rPr lang="en-GB" dirty="0" err="1"/>
              <a:t>holdninger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underviser</a:t>
            </a:r>
            <a:r>
              <a:rPr lang="en-GB" dirty="0"/>
              <a:t>. </a:t>
            </a:r>
          </a:p>
          <a:p>
            <a:r>
              <a:rPr lang="en-GB" dirty="0"/>
              <a:t>Diskuter med folk </a:t>
            </a:r>
            <a:r>
              <a:rPr lang="en-GB" dirty="0" err="1"/>
              <a:t>omkring</a:t>
            </a:r>
            <a:r>
              <a:rPr lang="en-GB" dirty="0"/>
              <a:t> </a:t>
            </a:r>
            <a:r>
              <a:rPr lang="en-GB" dirty="0" err="1"/>
              <a:t>jer</a:t>
            </a:r>
            <a:r>
              <a:rPr lang="en-GB" dirty="0"/>
              <a:t> om </a:t>
            </a:r>
            <a:r>
              <a:rPr lang="en-GB" dirty="0" err="1"/>
              <a:t>jeres</a:t>
            </a:r>
            <a:r>
              <a:rPr lang="en-GB" dirty="0"/>
              <a:t> </a:t>
            </a:r>
            <a:r>
              <a:rPr lang="en-GB" dirty="0" err="1"/>
              <a:t>erfaringen</a:t>
            </a:r>
            <a:r>
              <a:rPr lang="en-GB" dirty="0"/>
              <a:t> med </a:t>
            </a:r>
            <a:r>
              <a:rPr lang="en-GB" dirty="0" err="1"/>
              <a:t>brug</a:t>
            </a:r>
            <a:r>
              <a:rPr lang="en-GB" dirty="0"/>
              <a:t> </a:t>
            </a:r>
            <a:r>
              <a:rPr lang="en-GB" dirty="0" err="1"/>
              <a:t>af</a:t>
            </a:r>
            <a:r>
              <a:rPr lang="en-GB" dirty="0"/>
              <a:t> AI </a:t>
            </a:r>
            <a:r>
              <a:rPr lang="en-GB" dirty="0" err="1"/>
              <a:t>generelt</a:t>
            </a:r>
            <a:r>
              <a:rPr lang="en-GB" dirty="0"/>
              <a:t>; med </a:t>
            </a:r>
            <a:r>
              <a:rPr lang="en-GB" dirty="0" err="1"/>
              <a:t>særligt</a:t>
            </a:r>
            <a:r>
              <a:rPr lang="en-GB" dirty="0"/>
              <a:t> </a:t>
            </a:r>
            <a:r>
              <a:rPr lang="en-GB" dirty="0" err="1"/>
              <a:t>fokus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anvendelse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forbindelse</a:t>
            </a:r>
            <a:r>
              <a:rPr lang="en-GB" dirty="0"/>
              <a:t> med </a:t>
            </a:r>
            <a:r>
              <a:rPr lang="en-GB" dirty="0" err="1"/>
              <a:t>uni-arbejde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kodning</a:t>
            </a:r>
            <a:r>
              <a:rPr lang="en-GB" dirty="0"/>
              <a:t>. (7 min.)</a:t>
            </a:r>
          </a:p>
          <a:p>
            <a:pPr lvl="1"/>
            <a:r>
              <a:rPr lang="en-GB" dirty="0" err="1"/>
              <a:t>Gør</a:t>
            </a:r>
            <a:r>
              <a:rPr lang="en-GB" dirty="0"/>
              <a:t> det </a:t>
            </a:r>
            <a:r>
              <a:rPr lang="en-GB" dirty="0" err="1"/>
              <a:t>noget</a:t>
            </a:r>
            <a:r>
              <a:rPr lang="en-GB" dirty="0"/>
              <a:t> </a:t>
            </a:r>
            <a:r>
              <a:rPr lang="en-GB" dirty="0" err="1"/>
              <a:t>godt</a:t>
            </a:r>
            <a:r>
              <a:rPr lang="en-GB" dirty="0"/>
              <a:t> for </a:t>
            </a:r>
            <a:r>
              <a:rPr lang="en-GB" dirty="0" err="1"/>
              <a:t>jeres</a:t>
            </a:r>
            <a:r>
              <a:rPr lang="en-GB" dirty="0"/>
              <a:t> </a:t>
            </a:r>
            <a:r>
              <a:rPr lang="en-GB" dirty="0" err="1"/>
              <a:t>studieindsats</a:t>
            </a:r>
            <a:r>
              <a:rPr lang="en-GB" dirty="0"/>
              <a:t>; </a:t>
            </a:r>
            <a:r>
              <a:rPr lang="en-GB" dirty="0" err="1"/>
              <a:t>hvad</a:t>
            </a:r>
            <a:r>
              <a:rPr lang="en-GB" dirty="0"/>
              <a:t>? </a:t>
            </a:r>
            <a:r>
              <a:rPr lang="en-GB" dirty="0" err="1"/>
              <a:t>Hvorfor</a:t>
            </a:r>
            <a:r>
              <a:rPr lang="en-GB" dirty="0"/>
              <a:t> </a:t>
            </a:r>
            <a:r>
              <a:rPr lang="en-GB" dirty="0" err="1"/>
              <a:t>ikke</a:t>
            </a:r>
            <a:r>
              <a:rPr lang="en-GB" dirty="0"/>
              <a:t>?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419901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5dbba49-ce06-496f-ac3e-0cf14361d934}" enabled="0" method="" siteId="{f5dbba49-ce06-496f-ac3e-0cf14361d93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322</Words>
  <Application>Microsoft Macintosh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SDS lektion 1</vt:lpstr>
      <vt:lpstr>Hvad skal vi igennem?</vt:lpstr>
      <vt:lpstr>Hvem er vi? </vt:lpstr>
      <vt:lpstr>PowerPoint Presentation</vt:lpstr>
      <vt:lpstr>Seminardagene</vt:lpstr>
      <vt:lpstr>Eksamen og portfolio </vt:lpstr>
      <vt:lpstr>Brug af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Jeppe Fjeldgaard</dc:creator>
  <cp:lastModifiedBy>Jeppe Fjeldgaard</cp:lastModifiedBy>
  <cp:revision>1</cp:revision>
  <dcterms:created xsi:type="dcterms:W3CDTF">2025-09-02T07:29:15Z</dcterms:created>
  <dcterms:modified xsi:type="dcterms:W3CDTF">2025-09-02T08:45:16Z</dcterms:modified>
</cp:coreProperties>
</file>